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8BD2FF"/>
                </a:solidFill>
                <a:latin typeface="Microsoft YaHei"/>
              </a:rPr>
              <a:t>Smart-Home-Guard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</a:rPr>
              <a:t>端侧智能居家安全告警系统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816352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BECFE0"/>
                </a:solidFill>
                <a:latin typeface="Microsoft YaHei"/>
              </a:rPr>
              <a:t>Aurora 画面配置 · 端侧检测 · 危险区告警 · 60 秒可验收日志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914400"/>
            <a:ext cx="2834640" cy="1920240"/>
          </a:xfrm>
          <a:prstGeom prst="rect">
            <a:avLst/>
          </a:prstGeom>
          <a:noFill/>
          <a:ln w="63500">
            <a:solidFill>
              <a:srgbClr val="26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3246120"/>
            <a:ext cx="2194560" cy="1417320"/>
          </a:xfrm>
          <a:prstGeom prst="rect">
            <a:avLst/>
          </a:prstGeom>
          <a:noFill/>
          <a:ln w="635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4251960"/>
            <a:ext cx="1280160" cy="822960"/>
          </a:xfrm>
          <a:prstGeom prst="rect">
            <a:avLst/>
          </a:prstGeom>
          <a:noFill/>
          <a:ln w="635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BAFC3"/>
                </a:solidFill>
                <a:latin typeface="Microsoft YaHei"/>
              </a:rPr>
              <a:t>初赛提交材料草稿 | 需补充现场截图与最终实测日志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重要内容预览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把评审最关心的“能跑、可验、稳定、可复现”提前亮出来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功能闭环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06323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Aurora 取景 -&gt; PC 画危险区 -&gt; 板端检测 -&gt; OSD 显示 -&gt; GPIO 声光报警。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性能可量化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6323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60 秒自动输出 FPS、R 值、P95 延迟、评分估算和异常计数。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74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73351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现场鲁棒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06323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摄像头、数据、推理、资源异常均有日志、降级和恢复策略。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待补：Aurora 调试画面截图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702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待补：最终串口 [CHECK] 日志截图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设计目标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围绕居家危险区域入侵告警，优先保证现场可复现和评审可验证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21F2B"/>
                </a:solidFill>
                <a:latin typeface="Microsoft YaHei"/>
              </a:rPr>
              <a:t>• 检测目标：person、dog、cat 三类进入危险区触发告警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1F2B"/>
                </a:solidFill>
                <a:latin typeface="Microsoft YaHei"/>
              </a:rPr>
              <a:t>• 部署目标：端侧独立运行，PC 仅用于配置危险区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1F2B"/>
                </a:solidFill>
                <a:latin typeface="Microsoft YaHei"/>
              </a:rPr>
              <a:t>• 可视化目标：OSD 显示危险区、目标框和 ALERT 状态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1F2B"/>
                </a:solidFill>
                <a:latin typeface="Microsoft YaHei"/>
              </a:rPr>
              <a:t>• 验收目标：稳定运行 &gt;= 60s，输出 FPS/P95 延迟/异常计数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1F2B"/>
                </a:solidFill>
                <a:latin typeface="Microsoft YaHei"/>
              </a:rPr>
              <a:t>• 鲁棒目标：黑暗、强光、资源缺失和链路异常下可降级运行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00200"/>
            <a:ext cx="4572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00200"/>
            <a:ext cx="73152" cy="100584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6479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赛题评分映射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30552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功能目标完成度 40 + 应用性能 20 + 创新性 20 + 协作与材料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880360"/>
            <a:ext cx="4572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288036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04495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取舍原则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10712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不追求复杂 UI，优先降低端侧热路径 I/O 与推理延迟。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160520"/>
            <a:ext cx="45720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160520"/>
            <a:ext cx="73152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32511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边界说明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90872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多边形判断是真实多边形；OSD 展示为外接矩形。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板端完成实时检测与告警，PC 端只参与配置与调试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Camera / Aurora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A1 图像管线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AI 推理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区域判断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OSD/GPIO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10312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103120"/>
            <a:ext cx="73152" cy="86868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2677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串口日志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8840" y="2542032"/>
            <a:ext cx="411480" cy="0"/>
          </a:xfrm>
          <a:prstGeom prst="line">
            <a:avLst/>
          </a:prstGeom>
          <a:ln w="2540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69080" y="2542032"/>
            <a:ext cx="411480" cy="0"/>
          </a:xfrm>
          <a:prstGeom prst="line">
            <a:avLst/>
          </a:prstGeom>
          <a:ln w="2540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97880" y="2542032"/>
            <a:ext cx="411480" cy="0"/>
          </a:xfrm>
          <a:prstGeom prst="line">
            <a:avLst/>
          </a:prstGeom>
          <a:ln w="2540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26679" y="2542032"/>
            <a:ext cx="411480" cy="0"/>
          </a:xfrm>
          <a:prstGeom prst="line">
            <a:avLst/>
          </a:prstGeom>
          <a:ln w="2540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55480" y="2542032"/>
            <a:ext cx="411479" cy="0"/>
          </a:xfrm>
          <a:prstGeom prst="line">
            <a:avLst/>
          </a:prstGeom>
          <a:ln w="2540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8680" y="406908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06908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33672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PC 上位机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99432"/>
            <a:ext cx="425195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串口 SNAPSHOT 获取预览，鼠标绘制区域，发送 ZONE/START。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06908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406908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233672"/>
            <a:ext cx="42519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板端运行态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99432"/>
            <a:ext cx="425195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正式检测阶段压缩快照频率，验收日志直接输出到串口。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实现思路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把“检测”“判断”“显示”“告警”“验收”拆成可观察模块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检测模块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Head6 输出 -&gt; DFL 解码 -&gt; stride 恢复 -&gt; NMS -&gt; 类别过滤。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危险区模块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4767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PC 坐标保持在 1440x1080 crop 空间，板端同坐标判断。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143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可视化模块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OSD 分层绘制检测框、危险区和 ALERT 位图。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7180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13639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报警模块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0215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进入危险区后 GPIO8/GPIO10 控制 LED 与蜂鸣器。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73152" cy="114300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13639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环境策略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50215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采样 UYVY Y 通道，低照/强光动态调整阈值。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97180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7180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136392"/>
            <a:ext cx="3063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验收日志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02152"/>
            <a:ext cx="306323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60s 汇总 runtime、avg_app、R、p95_T、异常计数。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模型与端侧适配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从通用检测基线到 SmartSens M1 部署模型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21F2B"/>
                </a:solidFill>
                <a:latin typeface="Microsoft YaHei"/>
              </a:rPr>
              <a:t>正式模型文件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667FF"/>
                </a:solidFill>
                <a:latin typeface="Microsoft YaHei"/>
              </a:rPr>
              <a:t>smart_guard_coco_256.m1model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4937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端侧优化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输入尺寸从 640 降为 256，减少预处理和推理负载；检测后处理保留 DFL/stride/NMS 的完整链路。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0972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1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真实声明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通用 COCO 检测权重作为基线，结合 Aurora 现场画面进行阈值、尺寸和鲁棒性调优。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88036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44952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不夸大边界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10712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当前材料不声称已完成 Aurora 自采样再训练；如需满足强制要求，应补采样、标注和微调证据。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817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待补：模型转换平台截图或最终模型文件列表截图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危险区判断与 OSD 显示边界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判断追求准确，显示追求稳定，二者在工程中明确分离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真实多边形判断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434340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多边形点位来自 PC 上位机；板端用 point-in-polygon 判断目标中心是否进入区域。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73152" cy="1234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4495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外接矩形显示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10712"/>
            <a:ext cx="434340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OSD 当前显示多边形的 bounding box，避免多段线绘制造成 buffer 与性能波动。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434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343400"/>
            <a:ext cx="73152" cy="91440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日志可见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7375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串口输出：[ZONE] judgement=polygon display=bbox points=N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417320"/>
            <a:ext cx="5394960" cy="384048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待补：危险区画框截图（标注真实点集与外接矩形）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PC 上位机与串口配置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无网络时仍可完成危险区配置和启动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23444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1920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1.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9202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板端发送 Aurora 预览图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002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6002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64792"/>
            <a:ext cx="1920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2. 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30552"/>
            <a:ext cx="19202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PC 鼠标绘制多边形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002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600200"/>
            <a:ext cx="73152" cy="1234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64792"/>
            <a:ext cx="1920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3.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30552"/>
            <a:ext cx="19202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发送区域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6002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60020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764792"/>
            <a:ext cx="19202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4.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30552"/>
            <a:ext cx="192023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进入正式检测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2900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24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待补：PC 上位机窗口截图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24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待补：FT232RL 接线/实物图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应用性能评估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最终分数需要用 256 模型重新跑 60 秒日志确认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087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F2B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E5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F2B"/>
                          </a:solidFill>
                          <a:latin typeface="Microsoft YaHei"/>
                        </a:rPr>
                        <a:t>日志字段</a:t>
                      </a:r>
                    </a:p>
                  </a:txBody>
                  <a:tcPr>
                    <a:solidFill>
                      <a:srgbClr val="E5EC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1F2B"/>
                          </a:solidFill>
                          <a:latin typeface="Microsoft YaHei"/>
                        </a:rPr>
                        <a:t>当前取证要求</a:t>
                      </a:r>
                    </a:p>
                  </a:txBody>
                  <a:tcPr>
                    <a:solidFill>
                      <a:srgbClr val="E5EC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实时性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[FPS] app/sensor/R/score_est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保存 60s 内多条 FPS 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端到端延迟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[LAT] p95/p95_T/score_est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保存 P95 与 45fps 帧周期换算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[CHECK][SUMMARY]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runtime &gt;= 60s 且无连续失效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异常计数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[CHECK][COUNTS] recoveries/failures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F2B"/>
                          </a:solidFill>
                          <a:latin typeface="Microsoft YaHei"/>
                        </a:rPr>
                        <a:t>资源异常为 0 或可解释降级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Microsoft YaHei"/>
              </a:rPr>
              <a:t>待补：最终 256 模型实测数据。不要沿用旧版 640/60fps 数据。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鲁棒性与异常处理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评分表要求的摄像头、数据、推理、资源异常均有对应策略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摄像头异常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连续取帧失败后重启 pipeline，并输出 [CAM][ALARM]。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数据异常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sensor tensor 空指针或异常时跳过并尝试恢复。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23444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推理异常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预处理/推理失败计数，连续失败时降级跳过 OSD。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7180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718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3639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资源异常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0215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模型、LUT、bitmap、GPIO、UART 缺失均有 warn/degrade。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97180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2971800"/>
            <a:ext cx="73152" cy="123444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13639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黑暗/强光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0215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avg_luma 触发 LOW_LIGHT/BRIGHT，动态调整 conf。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97180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9718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13639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启动恢复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02152"/>
            <a:ext cx="2926079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run.sh 直接输出串口日志，异常退出后 2s 自动重启。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问题闭环与优化路径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从现象、定位、修复到验证，形成可答辩的问题链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21F2B"/>
                </a:solidFill>
                <a:latin typeface="Microsoft YaHei"/>
              </a:rPr>
              <a:t>• 人体框不完整：定位到 YOLOv8 DFL 解码缺失 stride，恢复 ltrb*stride_f。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F2B"/>
                </a:solidFill>
                <a:latin typeface="Microsoft YaHei"/>
              </a:rPr>
              <a:t>• 危险区误判：统一 crop 坐标判断，OSD 显示前再加 x offset。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F2B"/>
                </a:solidFill>
                <a:latin typeface="Microsoft YaHei"/>
              </a:rPr>
              <a:t>• 日志影响性能：关闭热路径文件写入，快照编码移到后台线程。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F2B"/>
                </a:solidFill>
                <a:latin typeface="Microsoft YaHei"/>
              </a:rPr>
              <a:t>• 端侧 FPS 偏低：输入尺寸切到 256，降低模型和后处理负载。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F2B"/>
                </a:solidFill>
                <a:latin typeface="Microsoft YaHei"/>
              </a:rPr>
              <a:t>• 现场光照变化：用 avg_luma 轻量判断低照/强光并动态调阈值。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4572000" cy="356616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312724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待补：优化前后对比截图或 Git 提交记录截图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21F2B"/>
                </a:solidFill>
                <a:latin typeface="Microsoft YaHei"/>
              </a:rPr>
              <a:t>演示与提交材料计划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978"/>
                </a:solidFill>
                <a:latin typeface="Microsoft YaHei"/>
              </a:rPr>
              <a:t>把能证明作品的证据全部沉淀到 PPT、技术文档和压缩包里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978"/>
                </a:solidFill>
                <a:latin typeface="Microsoft YaHe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26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PPT 介绍视频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2926079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录制本 PPT 讲解，控制在 5-8 分钟，覆盖目标、实现、性能、问题闭环。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作品演示视频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2926079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横屏 1080P，录 Aurora 画面、串口日志、危险区告警和声光反馈。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1F2B"/>
                </a:solidFill>
                <a:latin typeface="Microsoft YaHei"/>
              </a:rPr>
              <a:t>技术数据包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2926079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B6978"/>
                </a:solidFill>
                <a:latin typeface="Microsoft YaHei"/>
              </a:rPr>
              <a:t>源码、模型、脚本、配置、可执行文件、README、最终日志截图。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9000"/>
            <a:ext cx="10698480" cy="150876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 w="15240">
            <a:solidFill>
              <a:srgbClr val="AF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1878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Microsoft YaHei"/>
              </a:rPr>
              <a:t>待补：最终材料目录截图 + 演示视频封面帧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B6978"/>
                </a:solidFill>
                <a:latin typeface="Microsoft YaHei"/>
              </a:rPr>
              <a:t>下一步：封版提交前，运行 git status，确认模型文件、材料文件和 zone_config 是否按需入仓。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